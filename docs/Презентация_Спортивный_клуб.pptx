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Разработка информационной системы учёта занятий и посещаемости спортивного клуба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D1FAE5"/>
                </a:solidFill>
                <a:latin typeface="Calibri"/>
              </a:rPr>
              <a:t>Курсовой проект по дисциплине «Разработка программных модулей» · вариант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Выполнил: Узалов Гамид, группа [группа]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Руководитель: [ФИО преподавателя]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Цель: автоматизировать учёт клиентов, записи на занятия, расписание, посещаемость и расчёт стоимости в спортивном клубе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Серверная часть: БД с ограничениями, ссылочной целостностью и триггерами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Клиентская часть: авторизация, роли «администратор» и «оператор», формы добавления / просмотра / редактирования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Запросы по заданию и выходной документ «Расписание зала»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Тесты и CI/CD на GitHub Actions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Предметная область и требования варианта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Клиент: ФИО, пол, дата рождения, телефон; записывается в одну или несколько секций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Группа: секция + тренер + зал + день и время; длительность по умолчанию — 60 минут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В группе не более 10 человек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Абонемент со скидкой от 3 до 10 %; стоимость занятий считается для каждого клиента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Администратор добавляет операторов; логины и пароли хранятся в таблице БД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Технологии и 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Python 3.12+, Django 5.2 LTS, SQLite (триггеры, CHECK, UNIQUE)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MTV: модели и миграции → сервисы (запросы и расчёты) → формы → представления → шаблоны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Роли на группах Django, права проверяются на сервере (403)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Универсальная фабрика CRUD-представлений для 8 таблиц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Тесты: unittest Django + coverage.py; CI: GitHub Actions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Модель данных (ER-диаграмма)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pic>
        <p:nvPicPr>
          <p:cNvPr id="5" name="Picture 4" descr="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3571" y="1188720"/>
            <a:ext cx="763437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Триггеры и ограничения на уровне БД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6766560" cy="4937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19"/>
            <a:ext cx="6400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Длительность по умолчанию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trg_group_default_duration_ins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AFTER INSERT ON club_group WHEN NEW.duration_min IS NULL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UPDATE club_group SET duration_min = 60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     WHERE id = NEW.id; END;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Не более 10 человек в группе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trg_enrollment_capacity_ins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BEFORE INSERT ON club_enrollment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WHEN NEW.status IN ('booked','active')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SELECT RAISE(ABORT,'В группе уже 10 человек')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WHERE (SELECT COUNT(*) FROM club_enrollment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       WHERE group_id=NEW.group_id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         AND status IN ('booked','active')) &gt;= 10; END;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CHECK: скидка 3–10 %, дата окончания ≥ начала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UNIQUE: клиент — группа, запись — день посещения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PROTECT: нельзя удалить секцию, тренера, зал с группами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Первичные ключи — AUTOINCREMENT вместо триггера (особенность SQLite)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Роли и права доступа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Оператор: клиенты, записи, посещения, абонементы, запросы, расчёт стоимости, печать расписания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Администратор: всё это + справочники (секции, тренеры, залы, группы) + добавление операторов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Оператор на страницах администратора получает 403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Пароли хранятся только в виде хешей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Интерфейс: авторизация и главное меню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pic>
        <p:nvPicPr>
          <p:cNvPr id="5" name="Picture 4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3657600" cy="2527069"/>
          </a:xfrm>
          <a:prstGeom prst="rect">
            <a:avLst/>
          </a:prstGeom>
        </p:spPr>
      </p:pic>
      <p:pic>
        <p:nvPicPr>
          <p:cNvPr id="6" name="Picture 5" descr="home_op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280160"/>
            <a:ext cx="3931920" cy="2716599"/>
          </a:xfrm>
          <a:prstGeom prst="rect">
            <a:avLst/>
          </a:prstGeom>
        </p:spPr>
      </p:pic>
      <p:pic>
        <p:nvPicPr>
          <p:cNvPr id="7" name="Picture 6" descr="home_ad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280160"/>
            <a:ext cx="3657600" cy="25270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12064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Набор плиток меню зависит от роли пользователя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Формы добавления, просмотра и редактирования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pic>
        <p:nvPicPr>
          <p:cNvPr id="5" name="Picture 4" descr="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669280" cy="3916957"/>
          </a:xfrm>
          <a:prstGeom prst="rect">
            <a:avLst/>
          </a:prstGeom>
        </p:spPr>
      </p:pic>
      <p:pic>
        <p:nvPicPr>
          <p:cNvPr id="6" name="Picture 5" descr="enroll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9169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66928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Лимит группы: при 11-й записи форма показывает ошибку, а БД отклоняет вставку триггером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Запросы по заданию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pic>
        <p:nvPicPr>
          <p:cNvPr id="5" name="Picture 4" descr="q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669280" cy="3916957"/>
          </a:xfrm>
          <a:prstGeom prst="rect">
            <a:avLst/>
          </a:prstGeom>
        </p:spPr>
      </p:pic>
      <p:pic>
        <p:nvPicPr>
          <p:cNvPr id="6" name="Picture 5" descr="q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9169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66928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Слева — группы и число клиентов на сегодня; справа — клиенты по видам занятий (мужчины / женщины)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Выходной документ и расчёт стоимости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pic>
        <p:nvPicPr>
          <p:cNvPr id="5" name="Picture 4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669280" cy="3916957"/>
          </a:xfrm>
          <a:prstGeom prst="rect">
            <a:avLst/>
          </a:prstGeom>
        </p:spPr>
      </p:pic>
      <p:pic>
        <p:nvPicPr>
          <p:cNvPr id="6" name="Picture 5" descr="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9169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66928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Расписание зала по дням недели (с печатью) и стоимость занятий клиента с учётом скидки абонемента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Тестирование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474720" cy="2011680"/>
          </a:xfrm>
          <a:prstGeom prst="rect">
            <a:avLst/>
          </a:prstGeom>
          <a:solidFill>
            <a:srgbClr val="EE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14532D"/>
                </a:solidFill>
                <a:latin typeface="Calibri"/>
              </a:rPr>
              <a:t>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3474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автоматических теста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371600"/>
            <a:ext cx="3474720" cy="2011680"/>
          </a:xfrm>
          <a:prstGeom prst="rect">
            <a:avLst/>
          </a:prstGeom>
          <a:solidFill>
            <a:srgbClr val="EE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46304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14532D"/>
                </a:solidFill>
                <a:latin typeface="Calibri"/>
              </a:rPr>
              <a:t>87 %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651760"/>
            <a:ext cx="3474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покрытие кода (≈97 % без seed_demo)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59" y="1371600"/>
            <a:ext cx="3474720" cy="2011680"/>
          </a:xfrm>
          <a:prstGeom prst="rect">
            <a:avLst/>
          </a:prstGeom>
          <a:solidFill>
            <a:srgbClr val="EE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59" y="146304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14532D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2651760"/>
            <a:ext cx="3474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слоя: БД-триггеры, сервисы, веб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Триггеры проверяются на реальной БД: ровно 10 человек, 11-й, отменённая запись, повторная активация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Права ролей, добавление оператора, 403 для неавторизованных действий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Расчёт стоимости: скидка, истёкший абонемент, пропуски, период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CI/CD: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6583680" cy="38404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508760"/>
            <a:ext cx="62179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push / pull request  →  test (Python 3.12 и 3.13)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1. pip install -r requirements.txt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2. manage.py check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3. makemigrations --check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4. coverage run manage.py test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5. coverage report --fail-under=85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main + успешные тесты  →  deploy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сборка архива релиза → artifact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55448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Репозиторий: Uzalov-Gamid / sport-club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История разработки — серия небольших коммитов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Каждое изменение проверяется автоматически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Реализованы все пункты варианта 10: БД, триггеры, авторизация, роли, формы, два запроса, выходной документ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Серверная логика (лимит группы, длительность, скидки) защищена на уровне БД и покрыта тестами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Отличие от текста задания: ключи генерирует автоинкремент SQLite вместо триггера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Развитие: журнал действий, уведомления, отчёты по выручке,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4532D"/>
                </a:solidFill>
                <a:latin typeface="Calibri"/>
              </a:rP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