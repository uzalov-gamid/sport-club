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 курсового: информационная система для спортивного клуба — учёт клиентов, записей, расписания, посещаемости и стоимости занятий.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Основная идея: правила клуба — не более 10 человек в группе, скидка 3–10 %, 60 минут по умолчанию — защищены самой базой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Единственное отличие от текста задания: первичные ключи генерирует автоинкремент SQLite, отдельный триггер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Разработка информационной системы учёта занятий и посещаемости спортивного клуба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D1FAE5"/>
                </a:solidFill>
                <a:latin typeface="Calibri"/>
              </a:rPr>
              <a:t>Курсовой проект по дисциплине «Разработка программных модулей» · вариант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Выполнил: Узалов Гамид, группа [группа]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Руководитель: [ФИО преподавателя]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План доклада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Проблема и цель проекта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Предметная область и требования варианта 10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Стек и архитектура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База данных и триггеры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Функционал: роли, формы, запросы, выходной документ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Тестирование и CI/CD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Результаты и развитие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Проблема и 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Клуб ведёт клиентов, записи, расписание и оплату вручную или в разрозненных таблицах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Результат: переполненные группы, потерянные записи, ошибки в расчёте скидок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Цель: информационная система, которая автоматизирует учёт клиентов, записей, расписания, посещаемости и стоимости занятий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Требование задания: серверная часть (БД и триггеры) + клиентская часть (приложение)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Задачи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Спроектировать БД: отношения, ограничения, связи, ссылочная целостность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Реализовать триггеры: длительность 60 минут по умолчанию, лимит 10 человек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Реализовать авторизацию, роли «администратор» и «оператор»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Сделать формы добавления, просмотра и редактирования данных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Реализовать два запроса и выходной документ «Расписание зала»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Покрыть тестами, настроить CI/CD, оформить отчёт и презентацию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Предметная область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Клиент: ФИО, пол, дата рождения, телефон; записывается в одну или несколько секций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Группа: секция + тренер + зал + день недели и время; у занятия есть стоимость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В группу к одному тренеру на одно время — не более 10 человек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Посещения регистрируются, стоимость считается для каждого клиента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Постоянный клиент получает абонемент со скидкой 3–10 %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Требования варианта 10 и их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Требование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Реализация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БД, ограничения, ссылочная целостность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8 таблиц, FK, CHECK, UNIQUE, PROTECT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Триггер: длительность по умолчанию 60 мин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AFTER INSERT/UPDATE триггеры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Не более 10 человек в группе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BEFORE INSERT/UPDATE триггеры + проверка формы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Авторизация, логины в таблице БД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Форма входа, таблица auth_user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Роли: администратор, оператор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Группы Django, права на сервере (403)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Формы добавления / просмотра / редактирования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CRUD для 8 таблиц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Два запроса по заданию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Группы + клиенты; М/Ж по видам занятий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Выходной документ «Зал №…»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Расписание по дням недели, печать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Стек технологий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103120" cy="173736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84832"/>
            <a:ext cx="19202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Python 3.9+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92023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язык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2103120" cy="173736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84832"/>
            <a:ext cx="19202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Django 4.2 / 5.2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14600"/>
            <a:ext cx="192023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веб-фреймворк, ORM,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011680"/>
            <a:ext cx="2103120" cy="173736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084832"/>
            <a:ext cx="19202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14600"/>
            <a:ext cx="192023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БД с триггерами и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11680"/>
            <a:ext cx="2103120" cy="173736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084832"/>
            <a:ext cx="19202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unittest +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514600"/>
            <a:ext cx="192023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58 тестов, 97 %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011680"/>
            <a:ext cx="2103120" cy="173736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084832"/>
            <a:ext cx="19202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514600"/>
            <a:ext cx="192023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Один стек с курсом, без отдельного сервера БД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Совместимость с Python 3.9 (macOS) и 3.12+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Архитектура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77440"/>
            <a:ext cx="1783080" cy="15544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50592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Шаблоны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HTML, боковое меню, печать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377440"/>
            <a:ext cx="1783080" cy="15544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450592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Представления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80360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права, разбор запроса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377440"/>
            <a:ext cx="1783080" cy="15544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Формы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60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валидация ввода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77440"/>
            <a:ext cx="1783080" cy="15544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50592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Сервисы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запросы и расчёты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377440"/>
            <a:ext cx="1783080" cy="15544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450592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Модели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880360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ORM, миграции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377440"/>
            <a:ext cx="1783080" cy="155448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450592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880360"/>
            <a:ext cx="1600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триггеры,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Бизнес-логика вынесена в сервисы и не зависит от HTTP — её легко тестировать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Роли и права вынесены в отдельный модуль roles.py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Модель данных (ER-диаграмма)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71" y="1188720"/>
            <a:ext cx="763437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Таблицы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50292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Таблица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Назначение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Ключевые ограничения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клиент клуба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phone по шаблону, gender M/F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Section, Trainer, Hall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справочники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name и number уникальны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группа занятий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weekday 0–6, price ≥ 0, FK PROTECT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запись клиента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UNIQUE(client, group), лимит 10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Subscription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абонемент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CHECK скидка 3..10, end ≥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Visit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посещение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UNIQUE(запись, дата)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Секцию, тренера и зал с группами удалить нельзя (PROTECT); при удалении клиента его записи, абонементы и посещения удаляются каскадом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Триггеры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6949440" cy="4937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6583679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-- Длительность по умолчанию: 60 минут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CREATE TRIGGER trg_group_default_duration_ins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AFTER INSERT ON club_group WHEN NEW.duration_min IS NULL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BEGIN UPDATE club_group SET duration_min = 60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      WHERE id = NEW.id; END;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-- Не более 10 человек в группе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CREATE TRIGGER trg_enrollment_capacity_ins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BEFORE INSERT ON club_enrollment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WHEN NEW.status IN ('booked','active')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BEGIN SELECT RAISE(ABORT,'В группе уже 10 человек')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 WHERE (SELECT COUNT(*) FROM club_enrollment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        WHERE group_id=NEW.group_id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5E7EB"/>
                </a:solidFill>
                <a:latin typeface="Courier New"/>
              </a:rPr>
              <a:t>          AND status IN ('booked','active')) &gt;= 10; END;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Триггеры создаются миграцией и едут вместе со схемой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Те же правила проверяются в форме — пользователь видит понятную ошибку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Отменённая запись место в группе не занимает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Ключи: AUTOINCREMENT вместо триггера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Роли и права доступа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Возможность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Оператор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Администратор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Клиенты, записи, посещения, абонементы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Запросы, расчёт стоимости, печать расписания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Справочники: секции, тренеры, залы, группы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Добавление новых операторов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Роль = группа Django; доступ проверяется на сервере (иначе 403)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Пароли хранятся только в виде хешей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Функционал: 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62179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Блок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Что умеет система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Клиенты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карточки, добавление, правка, удаление, расчёт стоимости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Записи на занятия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предварительная запись и действующие, контроль лимита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Расписание и справочники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группы по дням недели, тренеры, залы, секции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Посещения и абонементы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регистрация посещений, скидка 3–10 %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Аналитика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группы и число клиентов; М/Ж по видам занятий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Печать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  <a:latin typeface="Calibri"/>
                        </a:rPr>
                        <a:t>расписание зала по дням недели</a:t>
                      </a:r>
                    </a:p>
                  </a:txBody>
                  <a:tcPr anchor="ctr">
                    <a:solidFill>
                      <a:srgbClr val="EE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Вход и главная страница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454717"/>
          </a:xfrm>
          <a:prstGeom prst="rect">
            <a:avLst/>
          </a:prstGeom>
        </p:spPr>
      </p:pic>
      <p:pic>
        <p:nvPicPr>
          <p:cNvPr id="6" name="Picture 5" descr="home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454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Форма авторизации и главная со статистикой; боковое меню зависит от роли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Формы: клиенты и записи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pic>
        <p:nvPicPr>
          <p:cNvPr id="5" name="Picture 4" descr="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454717"/>
          </a:xfrm>
          <a:prstGeom prst="rect">
            <a:avLst/>
          </a:prstGeom>
        </p:spPr>
      </p:pic>
      <p:pic>
        <p:nvPicPr>
          <p:cNvPr id="6" name="Picture 5" descr="enroll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454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Просмотр, добавление, редактирование и удаление; статусы записей — цветные бейджи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Формы: добавление и справочники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cli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454717"/>
          </a:xfrm>
          <a:prstGeom prst="rect">
            <a:avLst/>
          </a:prstGeom>
        </p:spPr>
      </p:pic>
      <p:pic>
        <p:nvPicPr>
          <p:cNvPr id="6" name="Picture 5" descr="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454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Валидация на сервере; справочники групп, секций, тренеров и залов доступны администратору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Запрос 1: группы и число клиентов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pic>
        <p:nvPicPr>
          <p:cNvPr id="5" name="Picture 4" descr="q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4569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4592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Список групп с количеством клиентов на сегодня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Считаются только занимающиеся клиенты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Один SQL-запрос с агрегацией Count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Запрос 2: клиенты по видам занятий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q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4569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4592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Вид занятий — клиентов-мужчин — клиентов-женщин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Клиент в нескольких группах одной секции считается один раз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Расчёт стоимости занятий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4569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4592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Стоимость = цена занятия × (100 − скидка) / 100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Скидка — по абонементу, действующему на дату занятия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Пропуски не оплачиваются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Фильтр по периоду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Выходной документ: расписание зала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pic>
        <p:nvPicPr>
          <p:cNvPr id="5" name="Picture 4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4569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4592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Зал №… и дата распечатки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По дням недели: начало – окончание – группа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Окончание = начало + длительность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Кнопка печати, стили @media print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474720" cy="20116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14532D"/>
                </a:solidFill>
                <a:latin typeface="Calibri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автоматических тестов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20116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14532D"/>
                </a:solidFill>
                <a:latin typeface="Calibri"/>
              </a:rPr>
              <a:t>97 %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покрытие кода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371600"/>
            <a:ext cx="3474720" cy="2011680"/>
          </a:xfrm>
          <a:prstGeom prst="rect">
            <a:avLst/>
          </a:prstGeom>
          <a:solidFill>
            <a:srgbClr val="EE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4630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14532D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6517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слоя: триггеры БД, сервисы, веб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Триггеры проверяются на реальной БД: 10-й и 11-й человек, отменённая запись, повторная активация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Права ролей, добавление оператора, 403 для чужих страниц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Скидки, истёкший абонемент, пропуски, периоды, расписание зала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CI/CD: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583680" cy="4206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62179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push / pull request → test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Python 3.9 + Django 4.2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Python 3.12, 3.13 + Django 5.2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1. manage.py check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2. makemigrations --check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3. coverage run manage.py test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4. coverage report --fail-under=85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main + успешные тесты → release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5E7EB"/>
                </a:solidFill>
                <a:latin typeface="Courier New"/>
              </a:rPr>
              <a:t>   сборка архива → artifact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55448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Каждое изменение проверяется автоматически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Порог покрытия 85 % защищает от регресса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Релизный архив собирается на main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Организация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Репозиторий: github.com/Uzalov-Gamid/sport-club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70+ небольших коммитов: модели, миграции, триггеры, сервисы, формы, интерфейс, тесты, CI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Сообщения коммитов по соглашению feat / fix / test / docs / ci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README с инструкцией запуска: migrate → seed_demo → runserver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Демо-данные одной командой, включая создание администратора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Выполнены все пункты варианта 10: БД, триггеры, авторизация, роли, формы, 2 запроса, выходной документ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Правила клуба (лимит 10, 60 минут, скидка 3–10 %) защищены на уровне БД и тестами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Отличие от задания: ключи — автоинкремент SQLite вместо триггера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Проект запускается за 4 команды и проверяется CI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Развитие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Журнал действий пользователей и история записей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Уведомления клиентам о занятиях и окончании абонемента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Отчёты по выручке и посещаемости, экспорт в Excel / PDF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Переход на PostgreSQL, развёртывание в контейнере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REST API и мобильный клиент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Создана работающая информационная система учёта занятий спортивного клуба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Серверная логика надёжна, интерфейс прост, код покрыт тестами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•  Система готова к демонстрации и дальнейшему развитию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532D"/>
                </a:solidFill>
                <a:latin typeface="Calibri"/>
              </a:rPr>
              <a:t>Спасибо за внимание! 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